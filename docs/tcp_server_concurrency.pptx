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TCP服务端与并发设计介绍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DCN 课程表查询系统</a:t>
            </a:r>
          </a:p>
          <a:p>
            <a:r>
              <a:t>聚焦 src/server.cpp 与 src/common.h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服务器整体流程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读取数据/管理员/日志路径与端口参数</a:t>
            </a:r>
          </a:p>
          <a:p>
            <a:pPr>
              <a:defRPr sz="2400"/>
            </a:pPr>
            <a:r>
              <a:t>WSAStartup 初始化 WinSock</a:t>
            </a:r>
          </a:p>
          <a:p>
            <a:pPr>
              <a:defRPr sz="2400"/>
            </a:pPr>
            <a:r>
              <a:t>socket → bind → listen → accept</a:t>
            </a:r>
          </a:p>
          <a:p>
            <a:pPr>
              <a:defRPr sz="2400"/>
            </a:pPr>
            <a:r>
              <a:t>为每个客户端启动线程处理请求</a:t>
            </a:r>
          </a:p>
          <a:p>
            <a:pPr>
              <a:defRPr sz="2400"/>
            </a:pPr>
            <a:r>
              <a:t>关闭连接并记录日志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Socket API 使用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WSAStartup(MAKEWORD(2,2)) 启动网络库</a:t>
            </a:r>
          </a:p>
          <a:p>
            <a:pPr>
              <a:defRPr sz="2400"/>
            </a:pPr>
            <a:r>
              <a:t>socket(AF_INET, SOCK_STREAM, IPPROTO_TCP)</a:t>
            </a:r>
          </a:p>
          <a:p>
            <a:pPr>
              <a:defRPr sz="2400"/>
            </a:pPr>
            <a:r>
              <a:t>bind 绑定端口，listen(SOMAXCONN) 监听</a:t>
            </a:r>
          </a:p>
          <a:p>
            <a:pPr>
              <a:defRPr sz="2400"/>
            </a:pPr>
            <a:r>
              <a:t>accept 获取客户端连接</a:t>
            </a:r>
          </a:p>
          <a:p>
            <a:pPr>
              <a:defRPr sz="2400"/>
            </a:pPr>
            <a:r>
              <a:t>recv / send 进行数据收发</a:t>
            </a:r>
          </a:p>
          <a:p>
            <a:pPr>
              <a:defRPr sz="2400"/>
            </a:pPr>
            <a:r>
              <a:t>closesocket + WSACleanup 释放资源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多客户端并发模型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主线程循环 accept 接入连接</a:t>
            </a:r>
          </a:p>
          <a:p>
            <a:pPr>
              <a:defRPr sz="2400"/>
            </a:pPr>
            <a:r>
              <a:t>std::thread(handleClient, ...) 每连接一线程</a:t>
            </a:r>
          </a:p>
          <a:p>
            <a:pPr>
              <a:defRPr sz="2400"/>
            </a:pPr>
            <a:r>
              <a:t>detach 让线程独立执行</a:t>
            </a:r>
          </a:p>
          <a:p>
            <a:pPr>
              <a:defRPr sz="2400"/>
            </a:pPr>
            <a:r>
              <a:t>g_activeConnections 原子计数在线连接数</a:t>
            </a:r>
          </a:p>
          <a:p>
            <a:pPr>
              <a:defRPr sz="2400"/>
            </a:pPr>
            <a:r>
              <a:t>适合中小并发，易于扩展到线程池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会话(Session)管理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Session 结构体：isAdmin / username</a:t>
            </a:r>
          </a:p>
          <a:p>
            <a:pPr>
              <a:defRPr sz="2400"/>
            </a:pPr>
            <a:r>
              <a:t>每个客户端连接拥有独立 Session</a:t>
            </a:r>
          </a:p>
          <a:p>
            <a:pPr>
              <a:defRPr sz="2400"/>
            </a:pPr>
            <a:r>
              <a:t>LOGIN/LOGOUT 更新会话状态</a:t>
            </a:r>
          </a:p>
          <a:p>
            <a:pPr>
              <a:defRPr sz="2400"/>
            </a:pPr>
            <a:r>
              <a:t>ADD/UPDATE/DELETE 需管理员权限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命令协议与缓冲处理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kBufferSize = 4096 (common.h)</a:t>
            </a:r>
          </a:p>
          <a:p>
            <a:pPr>
              <a:defRPr sz="2400"/>
            </a:pPr>
            <a:r>
              <a:t>recv 后追加到 buffer，按 '\n' 分割命令</a:t>
            </a:r>
          </a:p>
          <a:p>
            <a:pPr>
              <a:defRPr sz="2400"/>
            </a:pPr>
            <a:r>
              <a:t>sendAll 确保完整发送响应</a:t>
            </a:r>
          </a:p>
          <a:p>
            <a:pPr>
              <a:defRPr sz="2400"/>
            </a:pPr>
            <a:r>
              <a:t>helpMessage 描述支持的命令列表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日志功能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Logger 写入 logs/server.log</a:t>
            </a:r>
          </a:p>
          <a:p>
            <a:pPr>
              <a:defRPr sz="2400"/>
            </a:pPr>
            <a:r>
              <a:t>info/warn/error 分级记录</a:t>
            </a:r>
          </a:p>
          <a:p>
            <a:pPr>
              <a:defRPr sz="2400"/>
            </a:pPr>
            <a:r>
              <a:t>mutex 保证多线程写日志安全</a:t>
            </a:r>
          </a:p>
          <a:p>
            <a:pPr>
              <a:defRPr sz="2400"/>
            </a:pPr>
            <a:r>
              <a:t>记录启动、连接、管理员操作与错误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common.h 辅助能力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trim / toLower / split / startsWith / icontains</a:t>
            </a:r>
          </a:p>
          <a:p>
            <a:pPr>
              <a:defRPr sz="2400"/>
            </a:pPr>
            <a:r>
              <a:t>统一处理字符串与命令解析</a:t>
            </a:r>
          </a:p>
          <a:p>
            <a:pPr>
              <a:defRPr sz="2400"/>
            </a:pPr>
            <a:r>
              <a:t>减少重复逻辑，提升可读性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TCP + 线程模型实现多客户端并发</a:t>
            </a:r>
          </a:p>
          <a:p>
            <a:pPr>
              <a:defRPr sz="2400"/>
            </a:pPr>
            <a:r>
              <a:t>会话保证权限控制，日志便于运维审计</a:t>
            </a:r>
          </a:p>
          <a:p>
            <a:pPr>
              <a:defRPr sz="2400"/>
            </a:pPr>
            <a:r>
              <a:t>架构清晰，便于继续扩展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